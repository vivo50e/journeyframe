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JourneyFrame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CCCDD"/>
                </a:solidFill>
              </a:rPr>
              <a:t>AI-Powered Relationship-Aware Trip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C63FF"/>
                </a:solidFill>
              </a:rPr>
              <a:t>Plan unforgettable outings — through iMessage.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92024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🏆  HackWithSeattle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5661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C63FF"/>
                </a:solidFill>
              </a:rPr>
              <a:t>Decision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"Where should we go?" is exhausting.
Most planners give generic lists, not real plans.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463040"/>
            <a:ext cx="35661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C63FF"/>
                </a:solidFill>
              </a:rPr>
              <a:t>No Relationship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3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Apps don't know if it's a first date,
a reunion with a college friend, or a family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463040"/>
            <a:ext cx="35661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C63FF"/>
                </a:solidFill>
              </a:rPr>
              <a:t>Ignores 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8803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Weather, time of day, local vibe —
existing tools miss what actually matters.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28016"/>
            <a:ext cx="5394960" cy="67299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75120" y="128016"/>
            <a:ext cx="5394960" cy="6858000"/>
          </a:xfrm>
          <a:prstGeom prst="rect">
            <a:avLst/>
          </a:prstGeom>
          <a:solidFill>
            <a:srgbClr val="0D0D1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63FF"/>
                </a:solidFill>
              </a:rPr>
              <a:t>Just text the AI like a friend.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DD"/>
                </a:solidFill>
              </a:rPr>
              <a:t>"My friend Sarah is visiting Seattle tomorrow.
 Plan a cozy rainy-day afternoon for us."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✦  Understands relationship type &amp; occasion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67328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✦  Checks live weather &amp; local vibe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✦  Creates a 3–5 stop itinerary with emotional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01183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✦  Sends the plan + scene images via iMessage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DD"/>
                </a:solidFill>
              </a:rPr>
              <a:t>A 6-stage RocketRide AI pipeline — triggered by one iMessage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17373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874519"/>
            <a:ext cx="594360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Intent
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Location · Occasion
Mood · Time ·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3383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691640"/>
            <a:ext cx="17373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8648" y="1874519"/>
            <a:ext cx="594360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Context
Enrich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33375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Weather · Preferences
Relationship · Local Recs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5656" y="3383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8536" y="1691640"/>
            <a:ext cx="17373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37176" y="1874519"/>
            <a:ext cx="594360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7176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Itinerary
Planner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33375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3–5 stops · Duration
Emotional Purpose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3383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7064" y="1691640"/>
            <a:ext cx="17373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75704" y="1874519"/>
            <a:ext cx="594360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5704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Experience
Narrator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33375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Warm conversational
message per stop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383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65592" y="1691640"/>
            <a:ext cx="17373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14232" y="1874519"/>
            <a:ext cx="594360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14232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Image Prompt
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33375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Cinematic prompts
per major stop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3832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04120" y="1691640"/>
            <a:ext cx="1737360" cy="4114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52760" y="1874519"/>
            <a:ext cx="594360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52760" y="18288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560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</a:rPr>
              <a:t>Response
Composer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3337560"/>
            <a:ext cx="1554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DD"/>
                </a:solidFill>
              </a:rPr>
              <a:t>iMessage-ready
multi-message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🚀  RocketRide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Core AI orchestration — 6-stage wave pipeline with parallel LLM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54864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📡  Photon Spectrum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iMessage delivery layer — inbound/outbound message routing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0560"/>
            <a:ext cx="54864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⚡  FastAPI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Python webhook server connecting Photon → RocketRide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4864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🌦  Weather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1965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Real-time conditions for context enrichment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54864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063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🖼  Image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20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Cinematic scene image prompts per itinerary stop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480560"/>
            <a:ext cx="54864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617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🧠  Claude / GPT-4o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074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DD"/>
                </a:solidFill>
              </a:rPr>
              <a:t>LLM powering intent parsing, narration, and prompt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Example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C63FF"/>
                </a:solidFill>
              </a:rPr>
              <a:t>"My friend Sarah is visiting Seattle tomorrow. Plan a cozy rainy-day afternoon."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93392"/>
            <a:ext cx="228600" cy="228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2:00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Victrola Coffee Roasters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23113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Warm up with a perfect pour-over. A local institution — perfect for reconnecting.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89504"/>
            <a:ext cx="228600" cy="228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3:15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7249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Elliott Bay Book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12724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Browse rain-soaked shelves. Find one book to gift each other.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85616"/>
            <a:ext cx="228600" cy="228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2102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4:30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62102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Pike Place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023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Watch the fish throwers, grab flowers, feel Seattle's heartbeat.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81728"/>
            <a:ext cx="228600" cy="228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1713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5:45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5171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Pink Door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9194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Hidden gem with Puget Sound view. Share small plates &amp; a bottle of Rosé.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228600" cy="228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1324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7:30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41324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Waterfront Walk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81558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DD"/>
                </a:solidFill>
              </a:rPr>
              <a:t>End the night with the city lights reflecting on the water. No agenda needed.</a:t>
            </a:r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914400"/>
            <a:ext cx="2926080" cy="53035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961120" y="914400"/>
            <a:ext cx="2926080" cy="53035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2860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74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</a:rPr>
              <a:t>📱 User
iMessage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22860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874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C63FF"/>
                </a:solidFill>
              </a:rPr>
              <a:t>📡 Photon
Spectrum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1645920"/>
            <a:ext cx="22860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32120" y="1874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C63FF"/>
                </a:solidFill>
              </a:rPr>
              <a:t>⚡ FastAPI
Webhook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645920"/>
            <a:ext cx="22860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874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C63FF"/>
                </a:solidFill>
              </a:rPr>
              <a:t>🚀 RocketRide
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645920"/>
            <a:ext cx="22860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69880" y="18745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C63FF"/>
                </a:solidFill>
              </a:rPr>
              <a:t>🧠 LLM +
External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DD"/>
                </a:solidFill>
              </a:rPr>
              <a:t>← iMessage response with text +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RocketRide stages: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18288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Intent Parser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4572000"/>
            <a:ext cx="18288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617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Context Enrichment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572000"/>
            <a:ext cx="18288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617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Itinerary Planner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79" y="4572000"/>
            <a:ext cx="18288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19" y="4617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Experience Narrator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572000"/>
            <a:ext cx="18288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617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Image Prompt Gen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87000" y="4572000"/>
            <a:ext cx="18288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46177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Response Composer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Why JourneyFrame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0352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63FF"/>
                </a:solidFill>
              </a:rPr>
              <a:t>🎯  Relationship-First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The only planner that knows WHO you're going with, not just WHERE.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0352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63FF"/>
                </a:solidFill>
              </a:rPr>
              <a:t>💬  Zero Friction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No app to download. No sign-up. Just text an iMessage.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530352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63FF"/>
                </a:solidFill>
              </a:rPr>
              <a:t>🔁  Deeply Technical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Real RocketRide multi-stage pipeline. Real Photon iMessage delivery.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566160"/>
            <a:ext cx="530352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C63FF"/>
                </a:solidFill>
              </a:rPr>
              <a:t>🌍  Infinitely Scalable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434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DD"/>
                </a:solidFill>
              </a:rPr>
              <a:t>Works for any city, any occasion, any relationship.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Frame your next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1">
                <a:solidFill>
                  <a:srgbClr val="6C63FF"/>
                </a:solidFill>
              </a:rPr>
              <a:t>Just send a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DD"/>
                </a:solidFill>
              </a:rPr>
              <a:t>Built with  🚀 RocketRide  ·  📡 Photon Spectrum  ·  ⚡ FastAPI  ·  🧠 Claude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5486400"/>
            <a:ext cx="192024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🏆  HackWithSeattle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