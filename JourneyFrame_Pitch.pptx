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D1A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</a:rPr>
              <a:t>JourneyFrame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CCCCDD"/>
                </a:solidFill>
              </a:rPr>
              <a:t>AI-Powered Relationship-Aware Trip Planner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6C63FF"/>
                </a:solidFill>
              </a:rPr>
              <a:t>Plan unforgettable outings — through iMessage.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029200"/>
            <a:ext cx="1920240" cy="34747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🏆  HackWithSeattle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3566160" cy="411480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</a:rPr>
              <a:t>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6C63FF"/>
                </a:solidFill>
              </a:rPr>
              <a:t>Decision Fatigue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DD"/>
                </a:solidFill>
              </a:rPr>
              <a:t>"Where should we go?" is exhausting.
Most planners give generic lists, not real plans.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1463040"/>
            <a:ext cx="3566160" cy="411480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6002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3317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6C63FF"/>
                </a:solidFill>
              </a:rPr>
              <a:t>No Relationship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88036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DD"/>
                </a:solidFill>
              </a:rPr>
              <a:t>Apps don't know if it's a first date,
a reunion with a college friend, or a family day.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1463040"/>
            <a:ext cx="3566160" cy="411480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6002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</a:rPr>
              <a:t>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3317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6C63FF"/>
                </a:solidFill>
              </a:rPr>
              <a:t>Ignores Reality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88036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DD"/>
                </a:solidFill>
              </a:rPr>
              <a:t>Weather, time of day, local vibe —
existing tools miss what actually matters.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28016"/>
            <a:ext cx="5394960" cy="672998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75120" y="128016"/>
            <a:ext cx="5394960" cy="6858000"/>
          </a:xfrm>
          <a:prstGeom prst="rect">
            <a:avLst/>
          </a:prstGeom>
          <a:solidFill>
            <a:srgbClr val="0D0D1A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Our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C63FF"/>
                </a:solidFill>
              </a:rPr>
              <a:t>Just text the AI like a friend.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943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DD"/>
                </a:solidFill>
              </a:rPr>
              <a:t>"My friend Sarah is visiting Seattle tomorrow.
 Plan a cozy rainy-day afternoon for us."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✦  Understands relationship type &amp; occasion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6732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✦  Adapts to weather, time of day &amp; local vibe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3425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✦  Creates a 3–5 stop itinerary with emotional purpose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01183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✦  Sends the plan + scene images via iMessage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CCCDD"/>
                </a:solidFill>
              </a:rPr>
              <a:t>A 6-stage RocketRide AI pipeline — triggered by one iMessage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691640"/>
            <a:ext cx="1737360" cy="411480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0120" y="1874519"/>
            <a:ext cx="594360" cy="59436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6032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C63FF"/>
                </a:solidFill>
              </a:rPr>
              <a:t>Intent
Parser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337560"/>
            <a:ext cx="1554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DD"/>
                </a:solidFill>
              </a:rPr>
              <a:t>Location · Occasion
Mood · Time · Constraints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7128" y="338328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6C63FF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50008" y="1691640"/>
            <a:ext cx="1737360" cy="411480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98648" y="1874519"/>
            <a:ext cx="594360" cy="59436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98648" y="182880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256032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C63FF"/>
                </a:solidFill>
              </a:rPr>
              <a:t>Context
Enrich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1448" y="3337560"/>
            <a:ext cx="1554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DD"/>
                </a:solidFill>
              </a:rPr>
              <a:t>Weather · Preferences
Relationship · Local Recs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5656" y="338328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6C63FF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8536" y="1691640"/>
            <a:ext cx="1737360" cy="411480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37176" y="1874519"/>
            <a:ext cx="594360" cy="59436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37176" y="182880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9976" y="256032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C63FF"/>
                </a:solidFill>
              </a:rPr>
              <a:t>Itinerary
Planner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9976" y="3337560"/>
            <a:ext cx="1554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DD"/>
                </a:solidFill>
              </a:rPr>
              <a:t>3–5 stops · Duration
Emotional Purpose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4184" y="338328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6C63FF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27064" y="1691640"/>
            <a:ext cx="1737360" cy="411480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75704" y="1874519"/>
            <a:ext cx="594360" cy="59436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75704" y="182880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256032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C63FF"/>
                </a:solidFill>
              </a:rPr>
              <a:t>Experience
Narrator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3337560"/>
            <a:ext cx="1554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DD"/>
                </a:solidFill>
              </a:rPr>
              <a:t>Warm conversational
message per stop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82712" y="338328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6C63FF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65592" y="1691640"/>
            <a:ext cx="1737360" cy="411480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14232" y="1874519"/>
            <a:ext cx="594360" cy="59436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14232" y="182880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7032" y="256032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C63FF"/>
                </a:solidFill>
              </a:rPr>
              <a:t>Image Prompt
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7032" y="3337560"/>
            <a:ext cx="1554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DD"/>
                </a:solidFill>
              </a:rPr>
              <a:t>Cinematic prompts
per major stop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338328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6C63FF"/>
                </a:solidFill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04120" y="1691640"/>
            <a:ext cx="1737360" cy="411480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652760" y="1874519"/>
            <a:ext cx="594360" cy="59436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652760" y="182880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5560" y="256032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C63FF"/>
                </a:solidFill>
              </a:rPr>
              <a:t>Response
Composer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337560"/>
            <a:ext cx="1554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DD"/>
                </a:solidFill>
              </a:rPr>
              <a:t>iMessage-ready
multi-message output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D1A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Tech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486400" cy="137160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6C63FF"/>
                </a:solidFill>
              </a:rPr>
              <a:t>🚀  RocketRide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DD"/>
                </a:solidFill>
              </a:rPr>
              <a:t>Core AI orchestration — 6-stage wave pipeline with parallel LLM calls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926080"/>
            <a:ext cx="5486400" cy="137160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6C63FF"/>
                </a:solidFill>
              </a:rPr>
              <a:t>📡  Photon Spectrum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5204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DD"/>
                </a:solidFill>
              </a:rPr>
              <a:t>iMessage delivery layer — inbound/outbound message routing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480560"/>
            <a:ext cx="5486400" cy="137160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6177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6C63FF"/>
                </a:solidFill>
              </a:rPr>
              <a:t>⚡  FastAPI 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749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DD"/>
                </a:solidFill>
              </a:rPr>
              <a:t>Python webhook server connecting Photon → RocketRide pipeline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371600"/>
            <a:ext cx="5486400" cy="137160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15087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6C63FF"/>
                </a:solidFill>
              </a:rPr>
              <a:t>🧠  Claude Sonnet 4.6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19659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DD"/>
                </a:solidFill>
              </a:rPr>
              <a:t>LLM powering all 6 pipeline stages via RocketRide wave agent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926080"/>
            <a:ext cx="5486400" cy="137160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306324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6C63FF"/>
                </a:solidFill>
              </a:rPr>
              <a:t>🖼  gpt-image-2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5204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DD"/>
                </a:solidFill>
              </a:rPr>
              <a:t>Cinematic travel poster generation — one image per full itinerary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480560"/>
            <a:ext cx="5486400" cy="137160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46177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6C63FF"/>
                </a:solidFill>
              </a:rPr>
              <a:t>📦  spectrum-ts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50749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DD"/>
                </a:solidFill>
              </a:rPr>
              <a:t>TypeScript SDK for Photon — persistent Socket.IO iMessage connection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Example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6C63FF"/>
                </a:solidFill>
              </a:rPr>
              <a:t>"My friend Sarah is visiting Seattle tomorrow. Plan a cozy rainy-day afternoon."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93392"/>
            <a:ext cx="228600" cy="2286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63FF"/>
                </a:solidFill>
              </a:rPr>
              <a:t>2:00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18288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Victrola Coffee Roasters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2231136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DD"/>
                </a:solidFill>
              </a:rPr>
              <a:t>Warm up with a perfect pour-over. A local institution — perfect for reconnecting.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89504"/>
            <a:ext cx="228600" cy="2286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24912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63FF"/>
                </a:solidFill>
              </a:rPr>
              <a:t>3:15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72491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Elliott Bay Book Company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3127248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DD"/>
                </a:solidFill>
              </a:rPr>
              <a:t>Browse rain-soaked shelves. Find one book to gift each other.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85616"/>
            <a:ext cx="228600" cy="2286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621024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63FF"/>
                </a:solidFill>
              </a:rPr>
              <a:t>4:30 PM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621024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Pike Place Market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4023360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DD"/>
                </a:solidFill>
              </a:rPr>
              <a:t>Watch the fish throwers, grab flowers, feel Seattle's heartbeat.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81728"/>
            <a:ext cx="228600" cy="2286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51713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63FF"/>
                </a:solidFill>
              </a:rPr>
              <a:t>5:45 PM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4517136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The Pink Door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919472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DD"/>
                </a:solidFill>
              </a:rPr>
              <a:t>Hidden gem with Puget Sound view. Share small plates &amp; a bottle of Rosé.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577840"/>
            <a:ext cx="228600" cy="2286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41324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63FF"/>
                </a:solidFill>
              </a:rPr>
              <a:t>7:30 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5413248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Waterfront Walk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5815584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DD"/>
                </a:solidFill>
              </a:rPr>
              <a:t>End the night with the city lights reflecting on the water. No agenda needed.</a:t>
            </a:r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914400"/>
            <a:ext cx="2926080" cy="530352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961120" y="914400"/>
            <a:ext cx="2926080" cy="5303520"/>
          </a:xfrm>
          <a:prstGeom prst="rect">
            <a:avLst/>
          </a:prstGeom>
          <a:solidFill>
            <a:srgbClr val="0D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2286000" cy="1371600"/>
          </a:xfrm>
          <a:prstGeom prst="rect">
            <a:avLst/>
          </a:prstGeom>
          <a:solidFill>
            <a:srgbClr val="1A1A2E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8745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6B6B"/>
                </a:solidFill>
              </a:rPr>
              <a:t>📱 User
iMessage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45920"/>
            <a:ext cx="2286000" cy="137160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18745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6C63FF"/>
                </a:solidFill>
              </a:rPr>
              <a:t>📡 Photon
Spectrum</a:t>
            </a:r>
          </a:p>
        </p:txBody>
      </p:sp>
      <p:sp>
        <p:nvSpPr>
          <p:cNvPr id="8" name="Rectangle 7"/>
          <p:cNvSpPr/>
          <p:nvPr/>
        </p:nvSpPr>
        <p:spPr>
          <a:xfrm>
            <a:off x="5394960" y="1645920"/>
            <a:ext cx="2286000" cy="137160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32120" y="18745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6C63FF"/>
                </a:solidFill>
              </a:rPr>
              <a:t>⚡ FastAPI
Webhook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645920"/>
            <a:ext cx="2286000" cy="137160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18745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6C63FF"/>
                </a:solidFill>
              </a:rPr>
              <a:t>🚀 RocketRide
Pipeline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645920"/>
            <a:ext cx="2286000" cy="137160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69880" y="18745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6C63FF"/>
                </a:solidFill>
              </a:rPr>
              <a:t>🧠 LLM +
External APIs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1762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1762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19" y="21762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21762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474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CCCDD"/>
                </a:solidFill>
              </a:rPr>
              <a:t>← iMessage response with text + images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148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C63FF"/>
                </a:solidFill>
              </a:rPr>
              <a:t>RocketRide stages: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828800" cy="82296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61772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Intent Parser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23160" y="4572000"/>
            <a:ext cx="1828800" cy="82296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14600" y="461772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Context Enrichment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4572000"/>
            <a:ext cx="1828800" cy="82296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461772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Itinerary Planner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79" y="4572000"/>
            <a:ext cx="1828800" cy="82296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19" y="461772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Experience Narrator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40" y="4572000"/>
            <a:ext cx="1828800" cy="82296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0" y="461772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Image Prompt Gen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287000" y="4572000"/>
            <a:ext cx="1828800" cy="82296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461772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Response Composer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D1A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Why JourneyFrame Wins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303520" cy="182880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C63FF"/>
                </a:solidFill>
              </a:rPr>
              <a:t>🎯  Relationship-First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4028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DD"/>
                </a:solidFill>
              </a:rPr>
              <a:t>The only planner that knows WHO you're going with, not just WHERE.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463040"/>
            <a:ext cx="5303520" cy="182880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64592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C63FF"/>
                </a:solidFill>
              </a:rPr>
              <a:t>💬  Zero Friction 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24028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DD"/>
                </a:solidFill>
              </a:rPr>
              <a:t>No app to download. No sign-up. Just text an iMessage.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66160"/>
            <a:ext cx="5303520" cy="182880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C63FF"/>
                </a:solidFill>
              </a:rPr>
              <a:t>🔁  Deeply Technical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4340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DD"/>
                </a:solidFill>
              </a:rPr>
              <a:t>Real RocketRide multi-stage pipeline. Real Photon iMessage delivery.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566160"/>
            <a:ext cx="5303520" cy="1828800"/>
          </a:xfrm>
          <a:prstGeom prst="rect">
            <a:avLst/>
          </a:prstGeom>
          <a:solidFill>
            <a:srgbClr val="1A1A2E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7490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C63FF"/>
                </a:solidFill>
              </a:rPr>
              <a:t>🌍  Infinitely Scalable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34340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DD"/>
                </a:solidFill>
              </a:rPr>
              <a:t>Works for any city, any occasion, any relationship.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D1A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Frame your next journey.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1">
                <a:solidFill>
                  <a:srgbClr val="6C63FF"/>
                </a:solidFill>
              </a:rPr>
              <a:t>Just send a text.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CCDD"/>
                </a:solidFill>
              </a:rPr>
              <a:t>Built with  🚀 RocketRide  ·  📡 Photon Spectrum  ·  ⚡ FastAPI  ·  🧠 Claude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5486400"/>
            <a:ext cx="1920240" cy="34747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🏆  HackWithSeattle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